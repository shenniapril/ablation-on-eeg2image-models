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1" r:id="rId2"/>
    <p:sldId id="256" r:id="rId3"/>
    <p:sldId id="262" r:id="rId4"/>
    <p:sldId id="257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15:49:28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1073 24575,'20'13'0,"65"40"0,-73-47 0,1 0 0,0 0 0,1-2 0,-1 1 0,17 1 0,-6-2 0,0-2 0,0 0 0,0-2 0,0-1 0,1-1 0,-1 0 0,-1-2 0,31-9 0,-3-4 0,0-1 0,81-43 0,-107 48 0,-1-1 0,0-1 0,24-20 0,-36 25 0,0-1 0,-1 0 0,0-1 0,-1-1 0,0 1 0,-1-2 0,9-16 0,-4 1-47,-2 0 0,-1-1-1,-2 0 1,0 0 0,5-48-1,-4 0-93,-2-83-1,-16-64 121,0 71 136,8 139-1102,0 3-5744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15:50:00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039E5-8881-412C-A1D0-611B666D7304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2A2B0E-682B-457C-90E2-C249D470B0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122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A2B0E-682B-457C-90E2-C249D470B03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051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EEADE3-0D91-8ED8-63DA-326A73A64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026D11-88D6-9849-0769-B36A528412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006D7A-83C5-178F-2328-E61AD5013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B8C44-FB6D-4410-A0C8-CDE1B38D4BA6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18F38A-D3EA-3BF1-233F-9D9590C3B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4A95CA-B847-25E8-35AF-CD2EDBC9C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F8E99-0110-4A6A-91F8-9BE959BBF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899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431E41-A0C1-B23B-3AB1-D68848931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091F20-2190-CCC3-A6F9-AC7BB8AAC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112D0B-1E8E-0D09-6656-A5309336F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B8C44-FB6D-4410-A0C8-CDE1B38D4BA6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AA6B3B-8611-8A4E-5688-EB515D446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72CDBE-58F7-B8B7-D4FD-4E6F6FF55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F8E99-0110-4A6A-91F8-9BE959BBF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651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8DD451-6436-28FC-6B28-614E1C6F6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419387-1E0C-4006-C614-5C0C3AFEB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F3AA97-8580-692E-FF78-45830C667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B8C44-FB6D-4410-A0C8-CDE1B38D4BA6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342B5F-98B4-488B-9A11-00CB4E26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BA92CC-7799-50AE-72A4-8621BC83D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F8E99-0110-4A6A-91F8-9BE959BBF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508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CCFC08-8957-F751-9257-629BD2BEA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8204FE-D7A0-CE4F-B50E-99186FA1E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E2CF8B-1EB7-3933-50CA-E070AC100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D5B3A2-4403-C182-7BB5-2F81200AC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B8C44-FB6D-4410-A0C8-CDE1B38D4BA6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5D7311-980D-577F-359E-ABE44DC29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799310-F59D-B0F5-2EAC-C7705FFC0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F8E99-0110-4A6A-91F8-9BE959BBF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8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52C278-2CAC-E170-D53B-C8BE0F5D1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A21CAA-FE6A-B0ED-6F9B-D44941CB2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8F7F1A-8477-8243-249E-B3A384D2C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ADF330F-4014-7064-C3EA-18EEA03492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FE4D844-F385-1C63-4226-F93DA44AF8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DD6E8B-E5BB-6BC4-4EEA-5BF46B84E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B8C44-FB6D-4410-A0C8-CDE1B38D4BA6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65208C0-B04B-CDD8-11B7-353858DA7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6A64DD1-4B6C-DC0E-8E05-C3FFF0567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F8E99-0110-4A6A-91F8-9BE959BBF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534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1CF70D-DC09-2AAD-02AF-63772D09F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131B1B9-4571-5FDF-F0BA-DDE90A134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B8C44-FB6D-4410-A0C8-CDE1B38D4BA6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7571B8D-0689-F529-76AE-B7D4E8BCE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E27004-686F-E828-629E-9D116DEAB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F8E99-0110-4A6A-91F8-9BE959BBF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369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366A27A-C390-330C-A6FC-83A93F8B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B8C44-FB6D-4410-A0C8-CDE1B38D4BA6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9843F81-ADEC-2F8B-00B7-9CFFBF130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C1B744-5A29-1EBC-FE9C-5D5B35B93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F8E99-0110-4A6A-91F8-9BE959BBF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817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225A53-262C-5B86-FD5D-60391B33C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7F5255-0615-A706-0E61-18C9DD054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82C226-433C-3DAC-F5E8-EB9D12EC7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8238E7-4C4D-98E6-D80E-812BEA596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B8C44-FB6D-4410-A0C8-CDE1B38D4BA6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A31587-1EF4-7F45-CA30-5A29DDA64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BB1FE7-BDBF-14AF-54B7-251F92CD2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F8E99-0110-4A6A-91F8-9BE959BBF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591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766DFE-5349-EC99-E0F7-6B2E07ECA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580A663-5952-2ACD-D9F2-F69FCD9EF4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C5EF5F-0225-E34C-3F1D-065808D5BD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BC83E9-2CBC-C42C-5E89-67976D58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B8C44-FB6D-4410-A0C8-CDE1B38D4BA6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2263AB-8320-7F4C-E27E-42BEAF1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30E89E-0594-D938-B7FD-4739A7304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F8E99-0110-4A6A-91F8-9BE959BBF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550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237477-67D5-9974-010A-CB67D65BD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C031C4-BBD9-6357-E298-3ABAFEF7F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0670CD-C628-818D-5622-4E60ED209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B8C44-FB6D-4410-A0C8-CDE1B38D4BA6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490591-5EAB-57C9-D965-FDCF59FC3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A40FC2-BEA3-3D6C-E788-4445F1D7E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F8E99-0110-4A6A-91F8-9BE959BBF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61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634AF8B-432F-6516-6138-FF0D54530C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D19EF6-786A-4E00-92FD-2212276D0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9876E4-0A25-6BC0-8711-74906F8D5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B8C44-FB6D-4410-A0C8-CDE1B38D4BA6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C7ECF0-BFCC-A75D-7332-F1DAADF31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35FF4F-63D6-BEBA-7EC6-39CF46063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F8E99-0110-4A6A-91F8-9BE959BBF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388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49226F4-616D-5A4E-B4A6-7F413431E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64E5CF-2C0F-1D3B-B397-E0D7FAB7F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219662-B521-F599-4AC7-CD1E46348F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B8C44-FB6D-4410-A0C8-CDE1B38D4BA6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3027CD-09BB-181D-867B-83EF8FDA92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40E2B9-5C8B-3F9F-7243-FC8FE06A25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F8E99-0110-4A6A-91F8-9BE959BBF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719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6" Type="http://schemas.openxmlformats.org/officeDocument/2006/relationships/customXml" Target="../ink/ink2.xml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5" Type="http://schemas.openxmlformats.org/officeDocument/2006/relationships/image" Target="../media/image49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1D93DA-543A-6277-618D-A72BCB7E58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Inter-model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E6D1137-3898-5B31-9C19-C8C36E520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025" y="3509963"/>
            <a:ext cx="9211950" cy="298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023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87740FA-2555-BF2D-B4C1-8293F68390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947288"/>
            <a:ext cx="2860521" cy="170535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E75345C-3825-6655-049E-2939B1B3A6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87"/>
            <a:ext cx="2860521" cy="170535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6E838DA-18E3-E19C-D3FC-B02BC96EED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34664"/>
            <a:ext cx="2859425" cy="170535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8EDCE3C-6837-4474-128A-C6D1158CDD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918" y="5950"/>
            <a:ext cx="2938151" cy="175163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F838C40-266C-1AB3-E4B9-050B150436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918" y="1941889"/>
            <a:ext cx="2938150" cy="175230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9CC4E88-20A8-AD0C-5878-05CD504853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918" y="3889371"/>
            <a:ext cx="2938149" cy="175230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387C2F5-95E4-2823-49B2-B36B45D6E66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329" y="0"/>
            <a:ext cx="2938150" cy="175230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74D83F12-3361-DFEA-5A91-FBE73C92712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328" y="1941889"/>
            <a:ext cx="2938149" cy="175230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27B36F1-EBFF-D99B-349E-B279DAD5830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837" y="3889371"/>
            <a:ext cx="2939276" cy="1752304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EFF1AF7D-D784-4D0C-C0F6-977291E36FE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5112" y="5707"/>
            <a:ext cx="2938149" cy="175163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9F002B4-9159-959E-7CBC-907053784BBC}"/>
              </a:ext>
            </a:extLst>
          </p:cNvPr>
          <p:cNvSpPr txBox="1"/>
          <p:nvPr/>
        </p:nvSpPr>
        <p:spPr>
          <a:xfrm>
            <a:off x="-1125" y="5198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7949147-8494-9879-8C98-3C4503993644}"/>
              </a:ext>
            </a:extLst>
          </p:cNvPr>
          <p:cNvSpPr txBox="1"/>
          <p:nvPr/>
        </p:nvSpPr>
        <p:spPr>
          <a:xfrm>
            <a:off x="-69011" y="17523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9783AC8-0002-014F-C154-DAE2A37AF5F8}"/>
              </a:ext>
            </a:extLst>
          </p:cNvPr>
          <p:cNvSpPr txBox="1"/>
          <p:nvPr/>
        </p:nvSpPr>
        <p:spPr>
          <a:xfrm>
            <a:off x="-69011" y="384258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22F885D-5527-EC20-45DD-A50E33B10A43}"/>
              </a:ext>
            </a:extLst>
          </p:cNvPr>
          <p:cNvSpPr txBox="1"/>
          <p:nvPr/>
        </p:nvSpPr>
        <p:spPr>
          <a:xfrm>
            <a:off x="3003905" y="5198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4B92A8-A72C-E881-161F-CEC51D00FF57}"/>
              </a:ext>
            </a:extLst>
          </p:cNvPr>
          <p:cNvSpPr txBox="1"/>
          <p:nvPr/>
        </p:nvSpPr>
        <p:spPr>
          <a:xfrm>
            <a:off x="3003905" y="174671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925C6E8-DD0F-3E40-015E-206B9078E50B}"/>
              </a:ext>
            </a:extLst>
          </p:cNvPr>
          <p:cNvSpPr txBox="1"/>
          <p:nvPr/>
        </p:nvSpPr>
        <p:spPr>
          <a:xfrm>
            <a:off x="3003905" y="384258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CFD16F0-E779-46CD-0DCC-910A88DCED19}"/>
              </a:ext>
            </a:extLst>
          </p:cNvPr>
          <p:cNvSpPr txBox="1"/>
          <p:nvPr/>
        </p:nvSpPr>
        <p:spPr>
          <a:xfrm>
            <a:off x="6202590" y="5198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5170C46-0411-7CCE-1D46-DCF7A272D51E}"/>
              </a:ext>
            </a:extLst>
          </p:cNvPr>
          <p:cNvSpPr txBox="1"/>
          <p:nvPr/>
        </p:nvSpPr>
        <p:spPr>
          <a:xfrm>
            <a:off x="6202590" y="174671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2703E7D-A0BF-31BA-DE8C-C8211D023FAC}"/>
              </a:ext>
            </a:extLst>
          </p:cNvPr>
          <p:cNvSpPr txBox="1"/>
          <p:nvPr/>
        </p:nvSpPr>
        <p:spPr>
          <a:xfrm>
            <a:off x="6202590" y="384258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30B6AD2-2567-90E9-4524-FA8A613E922D}"/>
              </a:ext>
            </a:extLst>
          </p:cNvPr>
          <p:cNvSpPr txBox="1"/>
          <p:nvPr/>
        </p:nvSpPr>
        <p:spPr>
          <a:xfrm>
            <a:off x="9622218" y="5198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99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DFAD2-207B-EF48-7EE2-30A0C5DAA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D57DC7-FA7C-35EB-812B-470D41BBE1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Intra-model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6455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F669E-156C-4406-151C-690D168C5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EDC9C66-EE2F-25FD-ECA7-1B754076A9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34" y="73883"/>
            <a:ext cx="3454273" cy="205932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7F6E95C-AF57-B4B4-CB34-56319BE490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083" y="-4313"/>
            <a:ext cx="6625048" cy="214380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12CCB5E-F0AF-1D19-D9F1-D3671202C3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34" y="2294627"/>
            <a:ext cx="3580788" cy="213557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6A3B9383-A24E-4CB5-B582-0E3DF00D0E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083" y="2226994"/>
            <a:ext cx="6625048" cy="214380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6AA3C658-683B-D920-3AA9-3D6F8E7418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34" y="4649364"/>
            <a:ext cx="3580787" cy="2134753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C6DF0FA8-B793-9820-3BEF-B4F56A08C2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409" y="4649364"/>
            <a:ext cx="6625048" cy="214380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3EAB5EF-0002-CC42-A114-FDBC1D94D9F4}"/>
              </a:ext>
            </a:extLst>
          </p:cNvPr>
          <p:cNvSpPr txBox="1"/>
          <p:nvPr/>
        </p:nvSpPr>
        <p:spPr>
          <a:xfrm>
            <a:off x="707366" y="3278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1CAAB48-C32A-2E35-663B-97E5F0F81A1F}"/>
              </a:ext>
            </a:extLst>
          </p:cNvPr>
          <p:cNvSpPr txBox="1"/>
          <p:nvPr/>
        </p:nvSpPr>
        <p:spPr>
          <a:xfrm>
            <a:off x="671187" y="266658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5D3F93C-4B99-22E8-B009-DE56F2D23DB4}"/>
              </a:ext>
            </a:extLst>
          </p:cNvPr>
          <p:cNvSpPr txBox="1"/>
          <p:nvPr/>
        </p:nvSpPr>
        <p:spPr>
          <a:xfrm>
            <a:off x="671187" y="475800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010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97E1EF9-DFFF-A858-44A5-7F5AA97A37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121" y="0"/>
            <a:ext cx="3512525" cy="20940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8CEFC3C-058F-D44F-3379-7F6A88382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0925" y="0"/>
            <a:ext cx="6471298" cy="20940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A887C51-FE42-9B04-2E06-A85C97780B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012" y="2133945"/>
            <a:ext cx="3459634" cy="20625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FAAA579-FD12-B561-B1C6-EBE0267C9F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0925" y="2133945"/>
            <a:ext cx="6471298" cy="209405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3466661-7E1B-C9AD-8524-1748B743C0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120" y="4486449"/>
            <a:ext cx="3512525" cy="209486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8606DC5-E9DA-E393-11B5-7E63E36714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0925" y="4486449"/>
            <a:ext cx="6471298" cy="209405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005E857-09CC-EE3F-A042-A6F8D8C7202E}"/>
              </a:ext>
            </a:extLst>
          </p:cNvPr>
          <p:cNvSpPr txBox="1"/>
          <p:nvPr/>
        </p:nvSpPr>
        <p:spPr>
          <a:xfrm>
            <a:off x="707366" y="3278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B6C29B-A1C5-E0F7-4A88-A69CC76A6CE3}"/>
              </a:ext>
            </a:extLst>
          </p:cNvPr>
          <p:cNvSpPr txBox="1"/>
          <p:nvPr/>
        </p:nvSpPr>
        <p:spPr>
          <a:xfrm>
            <a:off x="707366" y="248153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EE72FC-449B-83B4-35E6-42223103B51F}"/>
              </a:ext>
            </a:extLst>
          </p:cNvPr>
          <p:cNvSpPr txBox="1"/>
          <p:nvPr/>
        </p:nvSpPr>
        <p:spPr>
          <a:xfrm>
            <a:off x="707366" y="485667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4602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7615C93-FF4D-7EDA-154E-A8132DF6EB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151" y="257589"/>
            <a:ext cx="3471411" cy="207034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B6E2773-2C1C-2C2C-38EF-880ECC7352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317" y="261873"/>
            <a:ext cx="6389298" cy="206752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85695AE-4EC4-38DC-7CF9-E7D4470813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98" y="2328998"/>
            <a:ext cx="3471411" cy="206954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6BF176A-F165-2208-0CFA-7CC955A356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315" y="2331022"/>
            <a:ext cx="6389299" cy="206752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6BCE364-83F5-8416-F15A-9703195FB0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151" y="4398544"/>
            <a:ext cx="3471411" cy="207034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99A6274-1DAE-05E0-7935-4CBE0DE5F0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314" y="4398544"/>
            <a:ext cx="6389300" cy="20675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7E78D88B-D4CD-98F6-C0F9-438E18CFBEA5}"/>
                  </a:ext>
                </a:extLst>
              </p14:cNvPr>
              <p14:cNvContentPartPr/>
              <p14:nvPr/>
            </p14:nvContentPartPr>
            <p14:xfrm>
              <a:off x="9248490" y="1056840"/>
              <a:ext cx="353520" cy="424800"/>
            </p14:xfrm>
          </p:contentPart>
        </mc:Choice>
        <mc:Fallback xmlns=""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7E78D88B-D4CD-98F6-C0F9-438E18CFBEA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242370" y="1050720"/>
                <a:ext cx="365760" cy="43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18A6F766-0456-0190-1DAA-035D796DA408}"/>
                  </a:ext>
                </a:extLst>
              </p14:cNvPr>
              <p14:cNvContentPartPr/>
              <p14:nvPr/>
            </p14:nvContentPartPr>
            <p14:xfrm>
              <a:off x="6267330" y="5952840"/>
              <a:ext cx="360" cy="36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18A6F766-0456-0190-1DAA-035D796DA40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261210" y="594672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7BBD3618-73B2-941E-59FF-07F9F1EB6107}"/>
              </a:ext>
            </a:extLst>
          </p:cNvPr>
          <p:cNvSpPr txBox="1"/>
          <p:nvPr/>
        </p:nvSpPr>
        <p:spPr>
          <a:xfrm>
            <a:off x="707366" y="3278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22CB7A4-4AEE-6AD0-C027-16A9CF2E0B03}"/>
              </a:ext>
            </a:extLst>
          </p:cNvPr>
          <p:cNvSpPr txBox="1"/>
          <p:nvPr/>
        </p:nvSpPr>
        <p:spPr>
          <a:xfrm>
            <a:off x="707366" y="239735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772012-7FCD-903B-C59B-5D4DA2EC23C1}"/>
              </a:ext>
            </a:extLst>
          </p:cNvPr>
          <p:cNvSpPr txBox="1"/>
          <p:nvPr/>
        </p:nvSpPr>
        <p:spPr>
          <a:xfrm>
            <a:off x="707366" y="453461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0015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22</Words>
  <Application>Microsoft Office PowerPoint</Application>
  <PresentationFormat>宽屏</PresentationFormat>
  <Paragraphs>22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Inter-model</vt:lpstr>
      <vt:lpstr>PowerPoint 演示文稿</vt:lpstr>
      <vt:lpstr>Intra-model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旎 沈</dc:creator>
  <cp:lastModifiedBy>旎 沈</cp:lastModifiedBy>
  <cp:revision>13</cp:revision>
  <dcterms:created xsi:type="dcterms:W3CDTF">2026-08-16T15:10:53Z</dcterms:created>
  <dcterms:modified xsi:type="dcterms:W3CDTF">2026-08-23T04:07:00Z</dcterms:modified>
</cp:coreProperties>
</file>